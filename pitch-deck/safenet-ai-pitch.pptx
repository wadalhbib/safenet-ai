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04088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88136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472184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67728" y="320040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67728" y="704088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67728" y="1088136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7728" y="1472184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320040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1776" y="704088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51776" y="1088136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51776" y="1472184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320040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704088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1088136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1472184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320040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704088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1088136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1472184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320040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04088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088136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1472184"/>
            <a:ext cx="64008" cy="6400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02920"/>
            <a:ext cx="1188720" cy="1188720"/>
          </a:xfrm>
          <a:prstGeom prst="ellipse">
            <a:avLst/>
          </a:prstGeom>
          <a:solidFill>
            <a:srgbClr val="0D47A1">
              <a:alpha val="4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72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457200" y="1737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SafeNet AI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457200" y="2697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Malaysians from Online Scams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457200" y="32461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scam detection for browsers, mobile, and families.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B3C"/>
          </a:solidFill>
          <a:ln w="12700">
            <a:solidFill>
              <a:srgbClr val="111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7091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ICYOUTH 2026 Hackathon  |  Cybersecurity Track  |  Malaysia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Online Scam Crisis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82880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64008" cy="18288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RM3.18B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scams in 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88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PDRM Commercial Crime Dept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182880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63040"/>
            <a:ext cx="64008" cy="18288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2763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69,270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scam cases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688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annual total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82880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2763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via SMS / WhatsApp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688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attack vector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64008" cy="1234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39312"/>
            <a:ext cx="8092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problem: Elderly Malaysians cannot distinguish fake LHDN, KWSP, and banking portals from real ones. No existing tool is bilingual, context-aware, or alerts their family when they are in danger.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SafeNet AI — 4-Layer Defense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502920" cy="329184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+ SQLite. 5-check scoring: blacklist, HTTPS, TLD, NLP (EN + BM), Levenshtein typosquatting.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691640"/>
            <a:ext cx="502920" cy="329184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664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673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1031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 service worker. Intercepts every URL, blocks HIGH-risk sites with a full-screen warning page.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64008" cy="15087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383280"/>
            <a:ext cx="502920" cy="329184"/>
          </a:xfrm>
          <a:prstGeom prst="rect">
            <a:avLst/>
          </a:prstGeom>
          <a:solidFill>
            <a:srgbClr val="FFA726">
              <a:alpha val="2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558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364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7947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URLs from WhatsApp/SMS via share extension. Bilingual UI. Scan history with severity filters.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200400"/>
            <a:ext cx="64008" cy="15087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3383280"/>
            <a:ext cx="502920" cy="329184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3558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364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Alert System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7947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elderly parent bypasses a HIGH-risk warning, Firebase sends an instant push notification to guardian's phone.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SafeNet AI Scores a URL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00584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530352" cy="530352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18488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5544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Received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920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Extension/App sends URL to POST /v1/scan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023360" cy="100584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788920"/>
            <a:ext cx="530352" cy="530352"/>
          </a:xfrm>
          <a:prstGeom prst="ellipse">
            <a:avLst/>
          </a:prstGeom>
          <a:solidFill>
            <a:srgbClr val="FFA726">
              <a:alpha val="2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61488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6974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3063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 lookup: 28+ Malaysian scam domains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023360" cy="100584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931920"/>
            <a:ext cx="530352" cy="53035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04488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8404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TLD Scan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206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http:// and .xyz .tk .ml .click etc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00584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645920"/>
            <a:ext cx="530352" cy="530352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618488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8112" y="15544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Keywords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1920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urgency phrases in English + Bahasa Malaysia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4023360" cy="100584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788920"/>
            <a:ext cx="530352" cy="530352"/>
          </a:xfrm>
          <a:prstGeom prst="ellipse">
            <a:avLst/>
          </a:prstGeom>
          <a:solidFill>
            <a:srgbClr val="FFA726">
              <a:alpha val="2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761488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26974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 Detect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3063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vs 24 legit domains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4023360" cy="100584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931920"/>
            <a:ext cx="530352" cy="530352"/>
          </a:xfrm>
          <a:prstGeom prst="ellipse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04488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38404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0-100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4206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severity + reasons in under 15ms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 FEATURE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Alert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3192" y="1463040"/>
            <a:ext cx="1828800" cy="187452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463040"/>
            <a:ext cx="64008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627632"/>
            <a:ext cx="1499616" cy="38404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60020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Parent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3288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lhdn-refund.xyz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58568" y="2377440"/>
            <a:ext cx="2743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9464" y="1463040"/>
            <a:ext cx="1828800" cy="187452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9464" y="1463040"/>
            <a:ext cx="64008" cy="18745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4056" y="1627632"/>
            <a:ext cx="1499616" cy="384048"/>
          </a:xfrm>
          <a:prstGeom prst="rect">
            <a:avLst/>
          </a:prstGeom>
          <a:solidFill>
            <a:srgbClr val="EF5350">
              <a:alpha val="2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160020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9192" y="212140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SafeNet Blocks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9192" y="253288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/ 100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377440"/>
            <a:ext cx="2743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45736" y="1463040"/>
            <a:ext cx="1828800" cy="187452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463040"/>
            <a:ext cx="64008" cy="18745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1627632"/>
            <a:ext cx="1499616" cy="384048"/>
          </a:xfrm>
          <a:prstGeom prst="rect">
            <a:avLst/>
          </a:prstGeom>
          <a:solidFill>
            <a:srgbClr val="FFA726">
              <a:alpha val="2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60020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55464" y="212140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Bypasses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55464" y="253288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'Proceed Anyway'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11112" y="2377440"/>
            <a:ext cx="2743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22008" y="1463040"/>
            <a:ext cx="1828800" cy="187452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22008" y="1463040"/>
            <a:ext cx="64008" cy="18745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1627632"/>
            <a:ext cx="1499616" cy="384048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60020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31736" y="212140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Alerted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31736" y="253288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push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guardian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547872"/>
            <a:ext cx="8412480" cy="1234440"/>
          </a:xfrm>
          <a:prstGeom prst="rect">
            <a:avLst/>
          </a:prstGeom>
          <a:solidFill>
            <a:srgbClr val="071A0E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547872"/>
            <a:ext cx="64008" cy="12344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639312"/>
            <a:ext cx="8092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 market: No other Malaysian scam detection tool notifies family members in real-time. Directly protects the 60+ demographic — Malaysia's highest-risk group — and addresses the 'Mak kena scam' crisis.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Malaysian Scam Scenario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931920" cy="3337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3611880" cy="2651760"/>
          </a:xfrm>
          <a:prstGeom prst="roundRect">
            <a:avLst>
              <a:gd name="adj" fmla="val 4138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93392"/>
            <a:ext cx="324612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Bayaran balik cukai anda sebanyak RM1,842 telah diluluskan.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 klik untuk menuntut dalam 24 jam: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http://lhdn-refund.xyz/claim?urgent=true</a:t>
            </a:r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[TINDAKAN SEGERA DIPERLUKAN]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3090672"/>
            <a:ext cx="502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64608" y="1417320"/>
            <a:ext cx="3931920" cy="3337560"/>
          </a:xfrm>
          <a:prstGeom prst="rect">
            <a:avLst/>
          </a:prstGeom>
          <a:solidFill>
            <a:srgbClr val="100505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01768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SAFENET AI RESPONSE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92624" y="1883664"/>
            <a:ext cx="3630168" cy="2651760"/>
          </a:xfrm>
          <a:prstGeom prst="rect">
            <a:avLst/>
          </a:prstGeom>
          <a:solidFill>
            <a:srgbClr val="0D0D0D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9751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riskScore: </a:t>
            </a:r>
            <a:pPr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0" y="22174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severity: </a:t>
            </a:r>
            <a:pPr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0" y="24597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domain: </a:t>
            </a:r>
            <a:pPr indent="0" marL="0">
              <a:buNone/>
            </a:pPr>
            <a:r>
              <a:rPr lang="en-US" sz="105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"lhdn-refund.xyz"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27020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reasons: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29443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"Known scam: LHDN Clone"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0" y="31866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"Non-HTTPS connection"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34290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"Suspicious TLD: .xyz"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36713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"Keyword: tindakan segera"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3913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41559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scanDurationMs: </a:t>
            </a:r>
            <a:pPr indent="0" marL="0">
              <a:buNone/>
            </a:pPr>
            <a:r>
              <a:rPr lang="en-US" sz="105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 &amp;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Malaysia, by Malaysians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09928"/>
            <a:ext cx="530352" cy="34747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7335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25296" y="1673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Protection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2140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scans for scam phrases in both English and Bahasa Malaysia: 'tindakan segera', 'pengeluaran KWSP', 'hadiah menang', 'sahkan sekarang'.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64008" cy="15087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709928"/>
            <a:ext cx="530352" cy="347472"/>
          </a:xfrm>
          <a:prstGeom prst="rect">
            <a:avLst/>
          </a:prstGeom>
          <a:solidFill>
            <a:srgbClr val="FFA726">
              <a:alpha val="2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67335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22976" y="1673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Institution Focus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12140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scam patterns targeting LHDN, KWSP, Pos Malaysia, Maybank, CIMB, RHB, Public Bank, and government portals.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64008" cy="15087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401568"/>
            <a:ext cx="530352" cy="347472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6499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25296" y="3364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Senior-First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81304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pages use plain language, large text, and bilingual instructions — designed for elderly users with limited digital experience.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023360" cy="15087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20040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3401568"/>
            <a:ext cx="530352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36499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3364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Networking-Optimised Latency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81304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scan latency under 15ms. No user-perceivable slowdown — a key differentiator leveraging networking background knowledge.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Build Plan — All Complete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8412480" cy="5943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36192"/>
            <a:ext cx="457200" cy="45720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96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+ SQLite + 5-check scoring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1591056"/>
            <a:ext cx="1005840" cy="329184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5636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172148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21992"/>
            <a:ext cx="457200" cy="45720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286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 service worker, blocker page, popup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276856"/>
            <a:ext cx="1005840" cy="329184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2494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07792"/>
            <a:ext cx="457200" cy="45720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712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971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971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share extension + scan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2962656"/>
            <a:ext cx="1005840" cy="329184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9352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solidFill>
            <a:srgbClr val="172148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593592"/>
            <a:ext cx="457200" cy="45720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570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Alert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+ guardian linking + bypass detection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35240" y="3648456"/>
            <a:ext cx="1005840" cy="329184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6210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111B3C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279392"/>
            <a:ext cx="457200" cy="4572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428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343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Demo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4343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examples + bilingual UI + this deck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4334256"/>
            <a:ext cx="1005840" cy="329184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43068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0D47A1">
              <a:alpha val="15000"/>
            </a:srgbClr>
          </a:solidFill>
          <a:ln w="12700">
            <a:solidFill>
              <a:srgbClr val="0D47A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457200"/>
            <a:ext cx="1828800" cy="1828800"/>
          </a:xfrm>
          <a:prstGeom prst="ellipse">
            <a:avLst/>
          </a:prstGeom>
          <a:solidFill>
            <a:srgbClr val="0D47A1">
              <a:alpha val="45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3657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Malaysia,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at a Time.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SafeNet AI  |  ICYOUTH 2026  |  Cybersecurity Track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4160520"/>
            <a:ext cx="1828800" cy="384048"/>
          </a:xfrm>
          <a:prstGeom prst="rect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41422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5184" y="4160520"/>
            <a:ext cx="1828800" cy="384048"/>
          </a:xfrm>
          <a:prstGeom prst="rect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41422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BM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0016" y="4160520"/>
            <a:ext cx="1828800" cy="384048"/>
          </a:xfrm>
          <a:prstGeom prst="rect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1422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15ms Latency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84848" y="4160520"/>
            <a:ext cx="1828800" cy="384048"/>
          </a:xfrm>
          <a:prstGeom prst="rect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41422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Terima Kasih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SafeNet AI — ICYOUTH 2026</dc:title>
  <dc:subject>PptxGenJS Presentation</dc:subject>
  <dc:creator>PptxGenJS</dc:creator>
  <cp:lastModifiedBy>PptxGenJS</cp:lastModifiedBy>
  <cp:revision>1</cp:revision>
  <dcterms:created xsi:type="dcterms:W3CDTF">2026-04-24T02:03:13Z</dcterms:created>
  <dcterms:modified xsi:type="dcterms:W3CDTF">2026-04-24T02:03:13Z</dcterms:modified>
</cp:coreProperties>
</file>